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Presentation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Subtitle ·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Context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Key points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Add your main message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Action · Owner ·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