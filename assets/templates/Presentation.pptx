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Subtitle ·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Context</a:t>
            </a:r>
          </a:p>
          <a:p>
            <a:r>
              <a:t>Key points</a:t>
            </a:r>
          </a:p>
          <a:p>
            <a: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Add your main message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Action · Owner · 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