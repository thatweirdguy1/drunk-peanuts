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Research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Author · Institution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Question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Participants or data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Procedure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Key finding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Supporting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Interpretation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Limitations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DD22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Takeaway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Future work</a:t>
            </a:r>
          </a:p>
          <a:p>
            <a:pPr>
              <a:defRPr sz="2000" b="0">
                <a:solidFill>
                  <a:srgbClr val="F2F2ED"/>
                </a:solidFill>
                <a:latin typeface="Calibri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