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Your big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Company · Presenter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Who experiences it?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Why does it matter?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What we offer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How it solves 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Audience and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Target audience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Evidence and market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Plan and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Milestone · Owner · Date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Resources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Support needed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Next conversation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