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Lesson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Subject · Level · Teacher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By the end, learners can…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Prior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Explore the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Key concept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Worked 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Activity instructions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Time and materials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Review and reflect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Check understanding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Key takeaway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Next lesson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