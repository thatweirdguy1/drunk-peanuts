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Project update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Project · Date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Progress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Completed</a:t>
            </a:r>
          </a:p>
          <a:p>
            <a:r>
              <a:t>In progress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Risks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Risk · Impact · Mitigation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Next milestone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Deliverable · Owner · Date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