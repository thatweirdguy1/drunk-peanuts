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Project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Project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Completed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Risk · Impact · Mitigation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Next milestone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Deliverable · Owner ·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