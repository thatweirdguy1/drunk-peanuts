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Your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Role · Speciality · Contact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Background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What I bring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Selected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Project title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Role and contribution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Challenge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Approach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Let’s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Skills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Availability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Contact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